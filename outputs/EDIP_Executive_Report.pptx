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Decision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7D2F0"/>
                </a:solidFill>
              </a:defRPr>
            </a:pPr>
            <a:r>
              <a:t>Q2 2026 Business Review — Generated by EDIP AI Consultant  | 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A"/>
                </a:solidFill>
              </a:defRPr>
            </a:pPr>
            <a:r>
              <a:t>Why Did Revenue Drop in Q2 2026?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$507,785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Europe Revenue (latest mo.)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-15.1%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Month-over-Month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87.7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Competitor Price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High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Model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• Europe revenue declined 15.1% month-over-month. The revenue forecast model attributes this most to: marketing_spend (decreases), month_num (decreases), units_sold_lag1 (decreases). Supporting company documents (annual_report_2025.txt, pricing_policy.txt, q2_2026_board_meeting_notes.txt) indicate this coincides with a Q2 2026 price increase in Kitchen Appliances and Wearables, a competitor price war beginning mid-April 2026, and a supplier capacity shortage at Nordic Supply Co affecting European fulfillment -- three compounding factors identified in board meeting notes.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Top model-driven factors (SHAP):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    – marketing_spend: decreases predicted revenue (impact -161794)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    – month_num: decreases predicted revenue (impact -24212)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    – units_sold_lag1: decreases predicted revenue (impact -16562)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Sources: annual_report_2025.txt, pricing_policy.txt, q2_2026_board_meeting_notes.txt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A"/>
                </a:solidFill>
              </a:defRPr>
            </a:pPr>
            <a:r>
              <a:t>Customer Churn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4,000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Customers Analyzed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379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High Risk (&gt;60%)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$279,710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CLV at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22.1%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Avg Churn Prob.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379 of 4000 customers analyzed are High risk (&gt;60% churn probability), representing an estimated $279,710 of 12-month CLV at risk. The model's SHAP explanations show low satisfaction scores, high support-ticket volume, and short contract terms as the dominant churn drivers -- recommend prioritizing retention outreach to the top-risk accounts listed above.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A"/>
                </a:solidFill>
              </a:defRPr>
            </a:pPr>
            <a:r>
              <a:t>Pricing Strategy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Europe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$196.01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Current Avg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+15%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Recommended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188720"/>
            <a:ext cx="2468880" cy="128016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2400" b="1">
                <a:solidFill>
                  <a:srgbClr val="2E6BE0"/>
                </a:solidFill>
              </a:defRPr>
            </a:pPr>
            <a:r>
              <a:t>$21,560/mo</a:t>
            </a:r>
          </a:p>
          <a:p>
            <a:pPr>
              <a:defRPr sz="1200">
                <a:solidFill>
                  <a:srgbClr val="555B66"/>
                </a:solidFill>
              </a:defRPr>
            </a:pPr>
            <a:r>
              <a:t>Profit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Given an estimated demand elasticity of -1.3 in Europe (market research flags Europe as more price-sensitive than other regions), the profit-maximizing price change is +15%, yielding an estimated profit of $223,292/month vs $201,732 at the current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1B3A"/>
                </a:solidFill>
              </a:defRPr>
            </a:pPr>
            <a: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1. Qualify a secondary European supplier to de-risk Nordic Supply Co capacity constraints.  (Owner: VP Supply Chain)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2. Re-run the Q2 price increase decision for Europe specifically: the profit-optimizing model move is +15% vs. current price, but this must be weighed against the competitive price-war dynamics and elevated European price sensitivity noted below before acting.  (Owner: VP Pricing)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3. Launch retention outreach to the 92 highest-risk customers (~$69,689 CLV at risk).  (Owner: VP Sales / Customer Success)</a:t>
            </a:r>
          </a:p>
          <a:p>
            <a:pPr>
              <a:spcAft>
                <a:spcPts val="1000"/>
              </a:spcAft>
              <a:defRPr sz="1500">
                <a:solidFill>
                  <a:srgbClr val="555B66"/>
                </a:solidFill>
              </a:defRPr>
            </a:pPr>
            <a:r>
              <a:t>4. Update the FY2026 revenue forecast to reflect the Q2 shortfall and supplier resolution timeline.  (Owner: CFO)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